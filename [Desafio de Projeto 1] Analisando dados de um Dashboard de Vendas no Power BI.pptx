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webextensions/webextension1.xml" ContentType="application/vnd.ms-office.webextension+xml"/>
  <Override PartName="/ppt/notesSlides/notesSlide1.xml" ContentType="application/vnd.openxmlformats-officedocument.presentationml.notesSlide+xml"/>
  <Override PartName="/ppt/webextensions/webextension2.xml" ContentType="application/vnd.ms-office.webextension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7" r:id="rId2"/>
    <p:sldId id="258" r:id="rId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30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246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1D441F-73C7-4874-9E9C-86BDFF18719F}" type="datetimeFigureOut">
              <a:rPr lang="pt-BR" smtClean="0"/>
              <a:t>19/06/2024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F6186F-6C8D-405A-9926-D7C2FF3CF65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901596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F6186F-6C8D-405A-9926-D7C2FF3CF65F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903633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E88D15-1B05-3D98-0792-9C389B630D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B6AA0BE-C3CC-BAC4-D8BC-3F3B8F72A0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176871F-1D3F-EE7B-5227-4A952EA14C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D96C4A-032F-4E4B-82F0-EF03E253B977}" type="datetimeFigureOut">
              <a:rPr lang="pt-BR" smtClean="0"/>
              <a:t>19/06/2024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8517537-3908-9794-B003-9E8EAC000F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977939C-81A0-803E-EC16-987D47D60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122AB-08B8-4FFE-A161-BE46DFEB49A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041274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8D9BA3-36EC-00BE-AEB4-04675A2DD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0488B3C-7A2E-4564-3010-F1358C2705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EEDB5DD-C0A0-7FF1-D80D-F196343530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D96C4A-032F-4E4B-82F0-EF03E253B977}" type="datetimeFigureOut">
              <a:rPr lang="pt-BR" smtClean="0"/>
              <a:t>19/06/2024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0B8C57E-E65F-4DF2-AD92-1EB63E8DC2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EB04B25-084D-9D23-0CAB-951D40FF0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122AB-08B8-4FFE-A161-BE46DFEB49A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115973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A41FF3-E358-6B84-F0AC-739519D3CE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244264A-5367-7F23-700E-BA477ACF8B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BF71B83-47AC-02B2-D006-20AD6985C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D96C4A-032F-4E4B-82F0-EF03E253B977}" type="datetimeFigureOut">
              <a:rPr lang="pt-BR" smtClean="0"/>
              <a:t>19/06/2024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6D828F9-9116-482A-6DEA-687DCDCC5E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029DBB5-B3FD-44EA-FF27-C50C0EBFD4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122AB-08B8-4FFE-A161-BE46DFEB49A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971769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448B1C-ED3D-AA28-092B-611807A134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97C0E4B-7223-AFFB-7003-956F43BF89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CBADC34-1A30-3B4E-B3A9-83C5FF91DD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4AA0A6A-7A30-12CA-D71B-11F0BE7FA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D96C4A-032F-4E4B-82F0-EF03E253B977}" type="datetimeFigureOut">
              <a:rPr lang="pt-BR" smtClean="0"/>
              <a:t>19/06/2024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126527A-592B-C9A7-5E5C-67FDCE5B36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88C1BA9-E9F3-C37D-6AF7-AB4AF03DE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122AB-08B8-4FFE-A161-BE46DFEB49A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251169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012C05-217A-124E-B4FB-5E1550E425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847D9BB-1017-67A4-B991-CF11B6AA39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1777AFD-92D9-20A4-1953-C6A3DEB992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2099E117-F636-0CF4-68F1-3A2445A1CE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1329EFB-FA8D-2971-F78C-E27D787B663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BA86B5C6-B54B-842B-FE2B-1B73ED357F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D96C4A-032F-4E4B-82F0-EF03E253B977}" type="datetimeFigureOut">
              <a:rPr lang="pt-BR" smtClean="0"/>
              <a:t>19/06/2024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F5CB34B9-C7C6-B876-663D-55F8DB2E23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C2364C83-DD50-78CE-E321-BFCAC9371C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122AB-08B8-4FFE-A161-BE46DFEB49A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87898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3BDFCC-EC36-2903-DA14-81D2A521C0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039FFDD3-5E93-4D58-D80D-DAC6DEAC3B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D96C4A-032F-4E4B-82F0-EF03E253B977}" type="datetimeFigureOut">
              <a:rPr lang="pt-BR" smtClean="0"/>
              <a:t>19/06/2024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FAC3E53F-8E01-8AB8-694D-0B36436C80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81D187CF-9674-CF81-68E7-1549A0DA35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122AB-08B8-4FFE-A161-BE46DFEB49A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853225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5EC0D24A-E4E1-2D10-5275-AD261BAC42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D96C4A-032F-4E4B-82F0-EF03E253B977}" type="datetimeFigureOut">
              <a:rPr lang="pt-BR" smtClean="0"/>
              <a:t>19/06/2024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44EAE919-4F4E-D7C1-029C-9A6E108D59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B3C4DAA-719D-B334-081C-A087D3FAF5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122AB-08B8-4FFE-A161-BE46DFEB49A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23332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123BC4-8D0B-2902-C3A9-5DFE58FEE9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5A93F12-3B9C-AF4E-D28E-305B9DD4B6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3D5F37B-AAED-9A01-8A1D-6451BEFC2F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686CE95-4EF0-6F22-8AFE-9146E0CAEA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D96C4A-032F-4E4B-82F0-EF03E253B977}" type="datetimeFigureOut">
              <a:rPr lang="pt-BR" smtClean="0"/>
              <a:t>19/06/2024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ECCA661-068B-9ACE-DAF1-1D2D37E743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540D464-8B9A-04AE-9E87-FAFD7A6C2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122AB-08B8-4FFE-A161-BE46DFEB49A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846524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98980C-D084-CB73-6CC9-E29A88FA30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2E3B97C9-91D3-E609-07E3-057B03B2E91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83E888F-7A22-363B-1E11-422A4F0E34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CA46F3F-822F-4EAD-FAA6-0CC28D2F85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D96C4A-032F-4E4B-82F0-EF03E253B977}" type="datetimeFigureOut">
              <a:rPr lang="pt-BR" smtClean="0"/>
              <a:t>19/06/2024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8D310E3-58F1-97EF-45B1-5517DFCB71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C301263-0511-5FFD-09E9-08F3FAE66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122AB-08B8-4FFE-A161-BE46DFEB49A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549580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B9DDF0-C3D6-133C-E5AE-9C73117CC3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524B567-C40A-31AE-4B0F-333E25A4CB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7DCB4DD-5D9F-E1F4-9BC2-8FA65B8240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D96C4A-032F-4E4B-82F0-EF03E253B977}" type="datetimeFigureOut">
              <a:rPr lang="pt-BR" smtClean="0"/>
              <a:t>19/06/2024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7B6DD93-88C2-613B-0473-C44CDC6D94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C770F25-BED4-1BEA-81E2-D9FB69A64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122AB-08B8-4FFE-A161-BE46DFEB49A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126123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9306A6D-2245-E8B5-CC24-FD7ADB64402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357D1FA-A954-CA35-9947-2B90582F49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E8D4C12-B64A-8088-CFCE-E4328AB9EE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D96C4A-032F-4E4B-82F0-EF03E253B977}" type="datetimeFigureOut">
              <a:rPr lang="pt-BR" smtClean="0"/>
              <a:t>19/06/2024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FB02DAD-5529-A29D-FDFD-6DBFFBDD22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975B93E-70DD-C9D3-854D-F1A752B029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122AB-08B8-4FFE-A161-BE46DFEB49A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581897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103B7010-BB50-0483-0A4F-1D664FBAE9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E79AACC-7EBF-36DE-0B72-2079142A7D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830F7AA-966F-E1C2-3179-491459B5FF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FD96C4A-032F-4E4B-82F0-EF03E253B977}" type="datetimeFigureOut">
              <a:rPr lang="pt-BR" smtClean="0"/>
              <a:t>19/06/2024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77E3914-DBFC-918C-C8A4-B04216377E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D68D810-B6BD-51E9-68F2-0A45F7F7AE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95122AB-08B8-4FFE-A161-BE46DFEB49A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05499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microsoft.com/office/2011/relationships/webextension" Target="../webextensions/webextension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11/relationships/webextension" Target="../webextensions/webextension2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290C3D-1B7D-ACF5-F38D-11DE9F45A5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Produtos</a:t>
            </a:r>
          </a:p>
          <a:p>
            <a:r>
              <a:rPr lang="pt-BR" sz="2800" dirty="0"/>
              <a:t>Sample - Financial Data</a:t>
            </a:r>
            <a:endParaRPr lang="pt-BR" dirty="0"/>
          </a:p>
        </p:txBody>
      </p:sp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4" name="Espaço Reservado para Conteúdo 3">
                <a:extLst>
                  <a:ext uri="{FF2B5EF4-FFF2-40B4-BE49-F238E27FC236}">
                    <a16:creationId xmlns:a16="http://schemas.microsoft.com/office/drawing/2014/main" id="{66DA1BE0-132F-8389-D9DA-829D56A95403}"/>
                  </a:ext>
                </a:extLst>
              </p:cNvPr>
              <p:cNvGraphicFramePr>
                <a:graphicFrameLocks noGrp="1"/>
              </p:cNvGraphicFramePr>
              <p:nvPr>
                <p:ph idx="1"/>
              </p:nvPr>
            </p:nvGraphicFramePr>
            <p:xfrm>
              <a:off x="838200" y="1825625"/>
              <a:ext cx="10515600" cy="4351338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2"/>
              </a:graphicData>
            </a:graphic>
          </p:graphicFrame>
        </mc:Choice>
        <mc:Fallback>
          <p:pic>
            <p:nvPicPr>
              <p:cNvPr id="4" name="Espaço Reservado para Conteúdo 3">
                <a:extLst>
                  <a:ext uri="{FF2B5EF4-FFF2-40B4-BE49-F238E27FC236}">
                    <a16:creationId xmlns:a16="http://schemas.microsoft.com/office/drawing/2014/main" id="{66DA1BE0-132F-8389-D9DA-829D56A95403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38200" y="1825625"/>
                <a:ext cx="10515600" cy="4351338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597668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186A1F-1175-CC20-8DF2-2ADA159D04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Geográfico</a:t>
            </a:r>
          </a:p>
          <a:p>
            <a:r>
              <a:rPr lang="pt-BR" sz="2800"/>
              <a:t>Sample - Financial Data</a:t>
            </a:r>
            <a:endParaRPr lang="pt-BR"/>
          </a:p>
        </p:txBody>
      </p:sp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4" name="Espaço Reservado para Conteúdo 3">
                <a:extLst>
                  <a:ext uri="{FF2B5EF4-FFF2-40B4-BE49-F238E27FC236}">
                    <a16:creationId xmlns:a16="http://schemas.microsoft.com/office/drawing/2014/main" id="{66D6F7A2-0E04-B18B-F5F7-7666950543B4}"/>
                  </a:ext>
                </a:extLst>
              </p:cNvPr>
              <p:cNvGraphicFramePr>
                <a:graphicFrameLocks noGrp="1"/>
              </p:cNvGraphicFramePr>
              <p:nvPr>
                <p:ph idx="1"/>
              </p:nvPr>
            </p:nvGraphicFramePr>
            <p:xfrm>
              <a:off x="838200" y="1825625"/>
              <a:ext cx="10515600" cy="4351338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3"/>
              </a:graphicData>
            </a:graphic>
          </p:graphicFrame>
        </mc:Choice>
        <mc:Fallback>
          <p:pic>
            <p:nvPicPr>
              <p:cNvPr id="4" name="Espaço Reservado para Conteúdo 3">
                <a:extLst>
                  <a:ext uri="{FF2B5EF4-FFF2-40B4-BE49-F238E27FC236}">
                    <a16:creationId xmlns:a16="http://schemas.microsoft.com/office/drawing/2014/main" id="{66D6F7A2-0E04-B18B-F5F7-7666950543B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38200" y="1825625"/>
                <a:ext cx="10515600" cy="4351338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989662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webextension1.xml><?xml version="1.0" encoding="utf-8"?>
<we:webextension xmlns:we="http://schemas.microsoft.com/office/webextensions/webextension/2010/11" id="{FEDA8DD7-8427-48B3-ADD0-933E3C484D16}">
  <we:reference id="wa200003233" version="2.0.0.3" store="pt-BR" storeType="OMEX"/>
  <we:alternateReferences>
    <we:reference id="wa200003233" version="2.0.0.3" store="pt-BR" storeType="OMEX"/>
  </we:alternateReferences>
  <we:properties>
    <we:property name="reportUrl" value="&quot;/links/GSl1XJDFxa?ctid=e2aa239f-a4fc-47c9-95a0-e1cf88e3e171&amp;pbi_source=linkShare&amp;bookmarkGuid=58d9cbf4-de9a-4d24-87b4-1b2af008c79e&quot;"/>
    <we:property name="reportName" value="&quot;Sample - Financial Data&quot;"/>
    <we:property name="reportState" value="&quot;CONNECTED&quot;"/>
    <we:property name="embedUrl" value="&quot;/reportEmbed?reportId=06ec5cce-0c97-4bba-ac4a-ad9536ee1188&amp;config=eyJjbHVzdGVyVXJsIjoiaHR0cHM6Ly9XQUJJLUJSQVpJTC1TT1VUSC1yZWRpcmVjdC5hbmFseXNpcy53aW5kb3dzLm5ldCIsImVtYmVkRmVhdHVyZXMiOnsidXNhZ2VNZXRyaWNzVk5leHQiOnRydWV9fQ%3D%3D&amp;disableSensitivityBanner=true&quot;"/>
    <we:property name="pageDisplayName" value="&quot;Produtos&quot;"/>
    <we:property name="datasetId" value="&quot;24f7b612-ab78-4878-8567-8ec2cbc09cb2&quot;"/>
    <we:property name="backgroundColor" value="&quot;#F6F7F8&quot;"/>
    <we:property name="bookmark" value="&quot;H4sIAAAAAAAAA+1X227cNhD9FYMveVkEuq0ufms2eSgaF4uuEaAI9mFEjtYMaFIlKddbY7+n6HfkxzqkIt+yTlLDlxTIPkkzszNnzpyRqAsmpOsVbH+FU2SH7GctJAdh7EHKZkyPxg66OqsKDkUFvE3ztpwDeU3vpdGOHV4wD3aD/p10A6iQiYzv1zMGSi1hE+46UA5nrEfrjAYl/8IxmFzeDribMTzvlbEQUq48eAxpzyic7glC+jKnisC9PMMVcj9ahaibZN6URV1XXPAmr5IA240BEdnekJA6ll8Y7UFqKhNsbd7VeZZlUGcpT+smrZIIo5PKTyHbN+e9pe6o520fyPlJnIHmKFhswaIbEV+wIwQ32JjgzQ3HygyW42/YRZf20m8pzxEKKcCxHXGxtIaYiuZj40EdrEDh6Doxfy4sEj+CHSa72SWMBZk2xtLw1GdIFkYNp/pbgXRSU0MyzOYWFroUA/d7cKzJ4qTeqE9jvWL4eITXS1ycgPVBNu0Hmk9gk/5krED7ahsJfS3tNNlsdgvqY5C5W0+KopAP1zTzicsR1cOTt94FF3QNlnmT1aKoeZlXRVInXxXb80559lSiP/r4j5BwsLT48W+zT/df1RtQ7HcguM8aeV7NlQnyRIDIi7Rsq6Zrqzb98YC7wrLCzSnqe0r/oUD8jmCfnYkjejGeHMRDwT22j6vBkaBQjHD+yyKmtxfxgWkNPD5FuSspPe3KT+p5JCmMzxFMEp7Ms66DpiuK+TztRHX/58iPxblcHKckR3tjVdgp0tk6HmXBQyS0H8tJHP1GRDdGvi/YW0kzGHO/AzWEtC9egZP8RRBjHOEdgozh7v8lxzhH0G76bBjhW6Pi1dQSraDCM1Sj948B7ZYqxoirSi8jWAqVjsAq6F2YWvg8IZPACO0X3D4KQbHqUmo9lQyU3YXzGgV3oL2ZioKsMT4gmvqYRq0HpWaMn0glLOrY2e2Q93sllSVp/nYCfmw2pOlryL85R3FHjvWk06YtRZZCVVa8rugrrhTxlPzFLfJ47ltzfvONE3/7F8sM3vXAcQka9yxYFJgI0L64ZPET93LFdrt/AbA0BSpbDwAA&quot;"/>
    <we:property name="initialStateBookmark" value="&quot;H4sIAAAAAAAAA+1X227TQBD9lWpfeImQ7aSx3bc29AGVQEQqJIQiNNkdp4u2u2Z3XRqqfA/iO/gxZte417SFqheQyJM9M5k5c+aMvT5hQrpawfI1HCLbYi+1kByEsRsp6zHdGnfevNkbb7/d+/h6e7xLZlN7abRjWyfMg12gfyddAyqkIOOHWY+BUhNYhLsKlMMeq9E6o0HJr9gGk8vbBlc9hse1MhZCyqkHjyHtEYXTPdVOn/epInAvj3CK3LdWIYoy2SyHg6LIueBlP08CXtcGRGRrQ0LqWH5ktAepqUywzftV0c+yDIos5WlRpnkSYVRS+S5kuXtcW+qOel7WgZVtcQSao2CxBYuuRXzCxgiusTHB7gXH1DSW41usokt76ZeUZ4xCCnBsRVxMrCGmonnfeFAbU1DYug7Ml5FF4kewrWTVO4UxItPCWJqauoJkZFRzqH8XSCU1NSTDbC5hoUvRcL8Gx4wsTuqF+jXWM4b3W3i1xNEBWB9kM/9E8wls0p+MFWh3lpHQF9J2k816l6A+BJmrWacoCvl0TjO/uGxR3T95s1VwQVXisF9mhRgUfNjPB0mR3Cq2p51y77FEP/7xXUjYmFj88c2s0/2tegOK/QsEd6WRp9XcMEGeCBD9QTqc52U1z+fp/wfcGZYpLg5R31H69wXiPYJ9cibG9GI82IingTtsH1eNI0GhaOH8ySKmlxfxnmkNPD5GuTMpPe7Kd+p5ICm0zxFMEp5sZlUFZTUYbG6mlcjv/hz5vzini+OU5GgvrAo7RDpbx6MseIiE1m05ia3fiOjGyPcJeyVpBm3ud6CakPbZDjjJnwUxxhFeI8gY7v4tOcY5gnbdZ0ML3xoVr7qWaAUVHqFqvZ8btEuqGCPOKj2PYClUOgKroHZhauHzhEwCI7Q9XD4IQbHqRGrdlQyUXYfzHAXXoL2YioKsMT4g6vroRq0bpXqMH0glLOrY2eWQD2sllSVp/1UHfN8sSNPnkP92jsE1OWadTsv5UGQp5MOcFzl9xQ1FPCXfuEUej/3cHF9848Tf+sUyjXc1cJyAxjULFgUmArQblyx+4sY3TEAj5+q2rQyNnq7kavUT9IkNPoQPAAA=&quot;"/>
    <we:property name="isFiltersActionButtonVisible" value="true"/>
    <we:property name="isVisualContainerHeaderHidden" value="false"/>
    <we:property name="reportEmbeddedTime" value="&quot;2024-06-19T16:26:41.030Z&quot;"/>
    <we:property name="creatorTenantId" value="&quot;e2aa239f-a4fc-47c9-95a0-e1cf88e3e171&quot;"/>
    <we:property name="creatorUserId" value="&quot;10032000ED6ECE74&quot;"/>
    <we:property name="creatorSessionId" value="&quot;e147b3d8-711d-4c05-9cb7-1c436c9deb8e&quot;"/>
    <we:property name="artifactViewState" value="&quot;live&quot;"/>
  </we:properties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943A6001-283A-4368-819D-DB8BC21A05A0}">
  <we:reference id="wa200003233" version="2.0.0.3" store="pt-BR" storeType="OMEX"/>
  <we:alternateReferences>
    <we:reference id="wa200003233" version="2.0.0.3" store="pt-BR" storeType="OMEX"/>
  </we:alternateReferences>
  <we:properties>
    <we:property name="reportUrl" value="&quot;/links/GSl1XJDFxa?ctid=e2aa239f-a4fc-47c9-95a0-e1cf88e3e171&amp;pbi_source=linkShare&quot;"/>
    <we:property name="reportName" value="&quot;Sample - Financial Data&quot;"/>
    <we:property name="reportState" value="&quot;CONNECTED&quot;"/>
    <we:property name="embedUrl" value="&quot;/reportEmbed?reportId=06ec5cce-0c97-4bba-ac4a-ad9536ee1188&amp;config=eyJjbHVzdGVyVXJsIjoiaHR0cHM6Ly9XQUJJLUJSQVpJTC1TT1VUSC1yZWRpcmVjdC5hbmFseXNpcy53aW5kb3dzLm5ldCIsImVtYmVkRmVhdHVyZXMiOnsidXNhZ2VNZXRyaWNzVk5leHQiOnRydWV9fQ%3D%3D&amp;disableSensitivityBanner=true&quot;"/>
    <we:property name="pageDisplayName" value="&quot;Geográfico&quot;"/>
    <we:property name="datasetId" value="&quot;24f7b612-ab78-4878-8567-8ec2cbc09cb2&quot;"/>
    <we:property name="backgroundColor" value="&quot;#F6F7F8&quot;"/>
    <we:property name="bookmark" value="&quot;H4sIAAAAAAAAA+1XyW7bMBD9lYBno9C+5Na6ORRoiqBOAxSFD0Ny5DBgKIGiUruB/71DKm6WGmkQZHGAniTOjGZ5bzikLplUfadh9QXOke2zT0YqAbK1ezGbMDMKkyouK15EcVbLqinjpOYFadvOqdb0bP+SObALdCeqH0B7TyT8MZ8w0PoIFn7VgO5xwjq0fWtAq184GpPK2QHXE4bLTrcWvMuZA4fe7QWZ05pSiN+lFBGEUxc4Q+FGaVNnPColB5FnHGReyzwhs340CJltNfGuQ/hpaxwoQ2G8jDcpFjJOuairuIlE0eSVl/fKLPRVwtffHq86D47DpePt0uPBzyiw97ReU0GQJZxCo6xE3OR1wssseGuUdpuAq4NlZwkrQnD09l5egBEoWQDEYj/Wf8kOEfrBBlQObilm7WAFfsUmqIxTbkV+DlEqCT3ziRzZlnAP4uPWgd6bgcZRddr+nFoktCXbj9ZzktxbqwArbxdKCyvRfliFIj4qu+EmmdzJ8zkKoIxJzaOKo5Bc5DyNsyaFuBC7AfQ3QzqJ/d4JmmuzNwr6tmJGAkrOq6SM0roWcSZyUYGs/0nAlABYtJamjf6Lg2mrh3Pz0KwbZYhK5YfJncSn7WCcXW1BffKyjUCCRrnHsN8pnJ6CdbvQAX+qWM83s5hEZzem7RWpY1pPz+I8DNaoyupSYJyUUHDgMZRFshv7/fE078omv0Gx1ycRSJmXeRNlUcmzSOaYPh7qp2qI7wj23j39ErPlkK4Op3vh2vSGx4vQQ09Mohxh2TpqXm6nb4h9JpbG8ZGkgGXGsyRqYkyjpEiK8v9p9TT3wwd00+veF1/v3Aq9d40EO0f6ZfIv7eD6DgQegcEQvxtdKAx2RDMY6QkI79Y/PytCecT/BPTgoQ8/WCyECdF+AyE8qfvZDQAA&quot;"/>
    <we:property name="initialStateBookmark" value="&quot;H4sIAAAAAAAAA+1X204bMRD9FeTnqNprNuENUh4qGkCEIlVVVI3t2WBkvCuvlyZF+feOvaRcGgFCXILUp13PzM7lnPGsfcWkamoNiwO4QLbNvhipBMjKbsWsx0wn3D083B/vHO//PNgZ75G4qp2qTMO2r5gDO0N3qpoWtHdBwh/THgOtj2DmVyXoBnusRttUBrT6jZ0xqZxtcdljOK91ZcG7nDhw6N1ekjmtKXb8KaWIIJy6xAkK10nLYcajQnIQecZB5kOZJ2TWdAYhs7Um3nUIP6qMA2UojJfxMsW+jFMuhoO4jES/zAde3igz09cJ33x7sqg9Kg7njldzjwc/p8De03JJBUGWcAqNciDiMh8mvMiCt1Jptwq42JvXlrAiBDtvO/ISjEDJAiAWm67+KzZGaFobUNm7o5hUrRV4jGVQGafcgvyMUSoJDfOJHNmKcA/ik8qB3pqAxk51Vv0aWSS0JduOllOSPFirACvvFkoLK9HuLkIRn5VdcZP07uX5GgVQxqTm0YCjkFzkPI2zMoW4LzYD6G+GdBKbrVM0N2YfFPR1xXQEFJwPkiJKh0MRZyIXA5DDRwkYEQCzytKY0f9wMKp0e2GemnWpDFGp/DC5l/ioao2zizWo9962EUhQKvcc9muFozOwbhM64G8Vy+lqFpPo/Na0vSa1S+vlWZyGwRoNsmEhME4K6HPgMRT9ZDP2+/Np3pRNfotir08ikDIv8jLKooJnkcwxfT7UL9UQ3xHsg3v6LWbLmI4OZ1vhvPSBx4vQbUNMouxgWTtq3m6nr4h9JZa68ZGkgEXGsyQqY0yjpJ/0i/9/q5c5Hz6hm973vPh+/63QezdIsAukK5N/qVrX1CDwCAyG+HXnQmGwI5rBSE9AeLf++VURyh3+p6BbD324YLEQhChRXOMjH/hrFwtphez+AL1KzXsCDgAA&quot;"/>
    <we:property name="isFiltersActionButtonVisible" value="true"/>
    <we:property name="isVisualContainerHeaderHidden" value="false"/>
    <we:property name="reportEmbeddedTime" value="&quot;2024-06-19T16:27:31.551Z&quot;"/>
    <we:property name="creatorTenantId" value="&quot;e2aa239f-a4fc-47c9-95a0-e1cf88e3e171&quot;"/>
    <we:property name="creatorUserId" value="&quot;10032000ED6ECE74&quot;"/>
    <we:property name="creatorSessionId" value="&quot;a54d71c8-1ea6-4f8a-acf6-1dd9ccc89e61&quot;"/>
    <we:property name="artifactViewState" value="&quot;live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11</Words>
  <Application>Microsoft Office PowerPoint</Application>
  <PresentationFormat>Widescreen</PresentationFormat>
  <Paragraphs>5</Paragraphs>
  <Slides>2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Tema do Office</vt:lpstr>
      <vt:lpstr>Produtos Sample - Financial Data</vt:lpstr>
      <vt:lpstr>Geográfico Sample - Financial Data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André Chaves Sabino</dc:creator>
  <cp:lastModifiedBy>André Chaves Sabino</cp:lastModifiedBy>
  <cp:revision>1</cp:revision>
  <dcterms:created xsi:type="dcterms:W3CDTF">2024-06-19T16:08:49Z</dcterms:created>
  <dcterms:modified xsi:type="dcterms:W3CDTF">2024-06-19T16:39:14Z</dcterms:modified>
</cp:coreProperties>
</file>